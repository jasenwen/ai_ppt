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1120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3048000" y="381000"/>
              <a:ext cx="6096000" cy="6096000"/>
            </a:xfrm>
            <a:prstGeom prst="ellipse">
              <a:avLst/>
            </a:prstGeom>
            <a:solidFill>
              <a:srgbClr val="1E293B">
                <a:alpha val="4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4000500" y="1333500"/>
              <a:ext cx="4191000" cy="4191000"/>
            </a:xfrm>
            <a:prstGeom prst="ellipse">
              <a:avLst/>
            </a:prstGeom>
            <a:solidFill>
              <a:srgbClr val="1E293B">
                <a:alpha val="300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952500" y="876300"/>
            <a:ext cx="10287000" cy="5486400"/>
            <a:chOff x="952500" y="876300"/>
            <a:chExt cx="10287000" cy="5486400"/>
          </a:xfrm>
        </p:grpSpPr>
        <p:sp>
          <p:nvSpPr>
            <p:cNvPr id="6" name="Line 6"/>
            <p:cNvSpPr/>
            <p:nvPr/>
          </p:nvSpPr>
          <p:spPr>
            <a:xfrm>
              <a:off x="4000500" y="21907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14300" cap="rnd">
              <a:solidFill>
                <a:srgbClr val="3B82F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762500" y="48577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57150" cap="rnd">
              <a:solidFill>
                <a:srgbClr val="3B82F6"/>
              </a:solidFill>
            </a:ln>
          </p:spPr>
        </p:sp>
        <p:sp>
          <p:nvSpPr>
            <p:cNvPr id="8" name="Polygon 8"/>
            <p:cNvSpPr/>
            <p:nvPr/>
          </p:nvSpPr>
          <p:spPr>
            <a:xfrm>
              <a:off x="952500" y="9525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3B82F6">
                <a:alpha val="70000"/>
              </a:srgbClr>
            </a:solidFill>
            <a:ln>
              <a:noFill/>
            </a:ln>
          </p:spPr>
        </p:sp>
        <p:sp>
          <p:nvSpPr>
            <p:cNvPr id="9" name="Polygon 9"/>
            <p:cNvSpPr/>
            <p:nvPr/>
          </p:nvSpPr>
          <p:spPr>
            <a:xfrm>
              <a:off x="10668000" y="53340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1500" y="571500"/>
                  </a:moveTo>
                  <a:lnTo>
                    <a:pt x="0" y="571500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3B82F6">
                <a:alpha val="7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828800" y="5638800"/>
              <a:ext cx="152400" cy="152400"/>
            </a:xfrm>
            <a:prstGeom prst="ellipse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495550" y="6210300"/>
              <a:ext cx="152400" cy="152400"/>
            </a:xfrm>
            <a:prstGeom prst="ellipse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210800" y="876300"/>
              <a:ext cx="152400" cy="152400"/>
            </a:xfrm>
            <a:prstGeom prst="ellipse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0" y="1619250"/>
              <a:ext cx="762000" cy="38100"/>
            </a:xfrm>
            <a:prstGeom prst="rect">
              <a:avLst/>
            </a:prstGeom>
            <a:solidFill>
              <a:srgbClr val="3B82F6">
                <a:alpha val="60000"/>
              </a:srgbClr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15000" y="5238750"/>
              <a:ext cx="762000" cy="38100"/>
            </a:xfrm>
            <a:prstGeom prst="rect">
              <a:avLst/>
            </a:prstGeom>
            <a:solidFill>
              <a:srgbClr val="3B82F6">
                <a:alpha val="600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230773" y="2588895"/>
            <a:ext cx="5730454" cy="1964055"/>
            <a:chOff x="3230773" y="2588895"/>
            <a:chExt cx="5730454" cy="1964055"/>
          </a:xfrm>
        </p:grpSpPr>
        <p:sp>
          <p:nvSpPr>
            <p:cNvPr id="16" name="TextBox 16"/>
            <p:cNvSpPr txBox="1"/>
            <p:nvPr/>
          </p:nvSpPr>
          <p:spPr>
            <a:xfrm>
              <a:off x="3230773" y="2588895"/>
              <a:ext cx="5730454" cy="1402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Test Cover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63896" y="3577590"/>
              <a:ext cx="166420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2024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